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本页替换原讲课稿第2页。将系统阶梯式组装和基因家族动态整合为演化部分，单列骨质疏松病理机制与实验依据。通路交互采用审慎表述，不将AICD称为所有细胞死亡共同上游。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ATP诱导细胞死亡：从进化起源到骨质疏松症的病理机制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46504"/>
            <a:ext cx="621792" cy="512064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837943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72821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AICD概念与研究背景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12264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3445"/>
                </a:solidFill>
                <a:latin typeface="Noto Sans CJK SC"/>
              </a:defRPr>
            </a:pPr>
            <a:r>
              <a:t>ATP的胞内代谢与胞外信号作用；AICD概念及细胞命运调控。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50591"/>
            <a:ext cx="621792" cy="512064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542032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432303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AICD相关系统的演化起源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2816351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3445"/>
                </a:solidFill>
                <a:latin typeface="Noto Sans CJK SC"/>
              </a:defRPr>
            </a:pPr>
            <a:r>
              <a:t>功能模块的逐步形成、基因家族动态与祖先状态重建。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54680"/>
            <a:ext cx="621792" cy="512064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2461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13639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关键分子的结构与功能保守性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52044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3445"/>
                </a:solidFill>
                <a:latin typeface="Noto Sans CJK SC"/>
              </a:defRPr>
            </a:pPr>
            <a:r>
              <a:t>嘌呤能受体及死亡执行蛋白的序列保守性、结构与功能特征。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858768"/>
            <a:ext cx="621792" cy="512064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395020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8404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ATP信号与细胞死亡通路的交互机制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224528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3445"/>
                </a:solidFill>
                <a:latin typeface="Noto Sans CJK SC"/>
              </a:defRPr>
            </a:pPr>
            <a:r>
              <a:t>嘌呤能信号、线粒体应激与凋亡、焦亡等死亡通路的联系。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562856"/>
            <a:ext cx="621792" cy="51206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465429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54456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骨质疏松的病理机制与实验依据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4928616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3445"/>
                </a:solidFill>
                <a:latin typeface="Noto Sans CJK SC"/>
              </a:defRPr>
            </a:pPr>
            <a:r>
              <a:t>成骨谱系功能、ATP–P2X7R–NLRP3轴及骨形成与骨吸收失衡。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266944"/>
            <a:ext cx="621792" cy="512064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5358383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524865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研究总结与未来方向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632704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3445"/>
                </a:solidFill>
                <a:latin typeface="Noto Sans CJK SC"/>
              </a:defRPr>
            </a:pPr>
            <a:r>
              <a:t>整合演化与疾病机制研究，讨论证据边界及潜在干预靶点。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