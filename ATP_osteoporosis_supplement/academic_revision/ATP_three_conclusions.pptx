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建议放在骨质疏松机制与实验依据之后、专著介绍之前。第一，相关分子组件具有不同的演化历史，比较分析支持分阶段形成与整合的模型，但演化保守性不能直接证明疾病因果关系。第二，ATP信号作用依赖于细胞内外位置、暴露强度、持续时间、受体类型及微环境，不能一概解释为有害。第三，现有模型支持P2X7R、NLRP3等环节参与骨病理过程，但需要在具体骨细胞和同一疾病模型中验证ATP暴露、死亡执行和骨表型之间的因果关系。结束时强调：演化分析提供机制线索，细胞与骨表型实验验证其病理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73152" cy="29260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6576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500" b="1">
                <a:solidFill>
                  <a:srgbClr val="073F7B"/>
                </a:solidFill>
                <a:latin typeface="Noto Sans CJK SC"/>
              </a:defRPr>
            </a:pPr>
            <a:r>
              <a:t>研究总结：三个主要结论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32688"/>
            <a:ext cx="11109960" cy="10972"/>
          </a:xfrm>
          <a:prstGeom prst="rect">
            <a:avLst/>
          </a:prstGeom>
          <a:solidFill>
            <a:srgbClr val="CFD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87585"/>
                </a:solidFill>
                <a:latin typeface="Noto Sans CJK SC"/>
              </a:defRPr>
            </a:pPr>
            <a:r>
              <a:t>ATP诱导细胞死亡：从进化起源到骨质疏松症的病理机制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64592"/>
            <a:ext cx="566928" cy="580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364224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687585"/>
                </a:solidFill>
                <a:latin typeface="Noto Sans CJK S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1018520" y="6336792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073F7B"/>
                </a:solidFill>
                <a:latin typeface="Noto Sans CJK SC"/>
              </a:defRPr>
            </a:pPr>
            <a: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46504"/>
            <a:ext cx="10972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46504"/>
            <a:ext cx="50292" cy="111556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883664"/>
            <a:ext cx="12070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E751B"/>
                </a:solidFill>
                <a:latin typeface="Noto Sans CJK SC"/>
              </a:defRPr>
            </a:pPr>
            <a:r>
              <a:t>01  演化基础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1856231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ATP相关信号与死亡组件具有不同的演化历史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2286000"/>
            <a:ext cx="913485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比较分析支持功能模块分阶段形成与整合，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为理解ATP信号与细胞死亡的联系提供演化线索。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926080"/>
            <a:ext cx="10972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926080"/>
            <a:ext cx="50292" cy="111556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063240"/>
            <a:ext cx="12070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E751B"/>
                </a:solidFill>
                <a:latin typeface="Noto Sans CJK SC"/>
              </a:defRPr>
            </a:pPr>
            <a:r>
              <a:t>02  作用机制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1" y="3035808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ATP对细胞命运具有条件依赖的双向调节作用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1" y="3465576"/>
            <a:ext cx="913485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生理信号参与功能维持；持续异常刺激可经嘌呤能受体、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离子失衡及线粒体与炎症应激促进损伤。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105656"/>
            <a:ext cx="10972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05656"/>
            <a:ext cx="50292" cy="1115568"/>
          </a:xfrm>
          <a:prstGeom prst="rect">
            <a:avLst/>
          </a:prstGeom>
          <a:solidFill>
            <a:srgbClr val="EE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42816"/>
            <a:ext cx="12070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E751B"/>
                </a:solidFill>
                <a:latin typeface="Noto Sans CJK SC"/>
              </a:defRPr>
            </a:pPr>
            <a:r>
              <a:t>03  疾病意义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4831" y="4215384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73F7B"/>
                </a:solidFill>
                <a:latin typeface="Noto Sans CJK SC"/>
              </a:defRPr>
            </a:pPr>
            <a:r>
              <a:t>异常ATP信号可能参与骨质疏松中的骨重建失衡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1" y="4645152"/>
            <a:ext cx="913485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模型研究支持P2X7R、NLRP3等环节参与骨病理过程；</a:t>
            </a:r>
          </a:p>
          <a:p>
            <a:pPr>
              <a:spcAft>
                <a:spcPts val="400"/>
              </a:spcAft>
              <a:defRPr sz="1600" b="0">
                <a:solidFill>
                  <a:srgbClr val="263445"/>
                </a:solidFill>
                <a:latin typeface="Noto Sans CJK SC"/>
              </a:defRPr>
            </a:pPr>
            <a:r>
              <a:t>细胞特异性死亡与骨表型的因果关系仍需验证。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650992"/>
            <a:ext cx="10972800" cy="521207"/>
          </a:xfrm>
          <a:prstGeom prst="rect">
            <a:avLst/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769864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73F7B"/>
                </a:solidFill>
                <a:latin typeface="Noto Sans CJK SC"/>
              </a:defRPr>
            </a:pPr>
            <a:r>
              <a:t>演化分析提供机制线索，细胞实验与骨表型评价验证其病理作用。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