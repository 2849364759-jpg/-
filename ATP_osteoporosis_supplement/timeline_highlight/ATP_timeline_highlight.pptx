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915802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使用论文讲课稿PDF中嵌入的高清原始时间线作为底图，仅添加独立矩形标注，圈出第12–15项。原图文字、日期及参考文献未重绘或改写；未进行原始文献逐条事实核查。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meline_original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91580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99231" y="6996730"/>
            <a:ext cx="7778495" cy="2097187"/>
          </a:xfrm>
          <a:prstGeom prst="rect">
            <a:avLst/>
          </a:prstGeom>
          <a:noFill/>
          <a:ln w="26670">
            <a:solidFill>
              <a:srgbClr val="D2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